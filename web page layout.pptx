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59" r:id="rId5"/>
    <p:sldId id="260" r:id="rId6"/>
    <p:sldId id="264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3223B-A43B-48DB-A6F2-1E6E6CCFFDAB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58477-3B8B-45D5-A050-37B50D73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636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58477-3B8B-45D5-A050-37B50D73838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969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6867D-8F23-3FB8-CDF3-7441C85F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2A51F-142A-28D5-512D-45F2E5938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C8854-EDC9-1783-CD04-811BEE6FF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1245D-3584-9515-D7A1-9193CC591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58477-3B8B-45D5-A050-37B50D73838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512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166E-0165-60C2-6D76-C5B00916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02842-E6A6-D84F-035D-98E8FD707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69075-E439-176F-E2BA-32687B1FD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A2805-C4F5-3BEE-222B-370EF0673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58477-3B8B-45D5-A050-37B50D73838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799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C72A-1616-0468-66DC-B4EE2E25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3FC4C0-6070-F5F5-F5FC-7BB6CCBBF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34CE7-E883-73CA-3B9D-51193A48A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5AF22-56A6-9351-197D-BF1AAD4F6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58477-3B8B-45D5-A050-37B50D73838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464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46024-49FA-BAA8-94FB-983FC31A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6EBEC-F083-8FF3-03E3-2877E9CE8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0184E-EEC7-97DD-F185-04C83947F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76E2C-3EC1-DA13-B621-8AD8E2003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58477-3B8B-45D5-A050-37B50D73838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18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0919F-BA01-26B1-EAAE-ED32A31D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74427-6CD0-EA0D-77B6-DFCE396A7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C56E49-29F5-13F3-7F1D-2047D484F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E4F53-0AF7-ADEE-C850-5E50CC5B6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C58477-3B8B-45D5-A050-37B50D73838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622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9BA24-E8CF-7E04-C0F5-90B3F7A4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2AAA4-9528-5F30-7133-950337755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61B19-4D24-DA29-FE08-847107FFE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D2817-659A-C18E-4972-B6FF717F7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58477-3B8B-45D5-A050-37B50D73838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906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7E5A5-0466-3CBF-F7A1-A8D84BCA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2B9691-ECE4-B2B4-FEDB-9F4F6AE9E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2B4152-9B99-798B-CAC7-67C5EB55D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FCC56-BD39-8B93-4473-DFF5EC3CD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58477-3B8B-45D5-A050-37B50D73838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068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78DD-6A9D-A4E8-4961-89DBBEAD4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A6229-0766-1AF4-C642-020C67EF5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97586-EAD7-C6E6-01A5-FF1FBE27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B415E-8301-DDB4-311B-E8399F60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68C7-596F-E005-C1B8-5E75CF14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26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03F7-DD92-DC9C-0DA4-31CD0F5D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FE441-0FEE-DFE4-EECD-F4EEC46FD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483B-D319-4A24-94EA-B48EE98F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6E0E-08CA-C64A-69E1-7932DEBD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A702B-CA7F-4569-CC18-1029BCF0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01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76A8-ECCB-0688-387B-CA4720B4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8819C-45B7-BA15-77B4-9A37E9250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F7F3-4821-77C0-F7E9-264FED206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D305-9CD7-D305-5E37-995BDE947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BC291-414F-65E7-73D0-81512A4C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85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B057-7FB5-0EF4-BADE-BD1ADF8B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05C18-D77C-52A9-48B8-1F57FEF43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BC2784-D12A-DEF3-C792-CA7C5D2A5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2B957-33FD-9872-64E4-8959970B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2E8FC-9988-8306-A981-D19BAD35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11DE9-69F3-C6B2-97C2-DA12D7BA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3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68E5-C6FF-FD5C-7EAB-1789C9D8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31359-69D3-C35C-6D2E-41AA9357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9D891-EBB2-6F26-D0A5-E0B1FA38A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F54CE9-162B-FC16-AACF-E0A288FF4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E6BFE-A41F-E74A-EC22-C80F08B40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8440A-049D-4CCB-F3F4-85B9BD33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27191-53B7-40E0-04AE-D1DF9597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21C4D-8589-CC5F-6A26-BAE57DE5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65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1B68-5D90-9576-AB6E-61826CD3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77B728-401A-A1D5-5F2A-A18BF1F4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4C203-7934-888E-E3AD-B062FCBD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0086C-F83D-73E7-E3BF-2B4DDBB8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413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E4184-DDDD-D9BB-0333-22DACDD9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2511A-3E59-23C6-FB44-0C61EBE6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E46D2-F703-95C2-EFFA-AE67DB63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98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97CA-82E7-FEA9-642B-2DC05227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986F0-F180-C6B2-3A4D-B1BB8125D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36922-F25A-256E-181E-0B5F6ACA7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DB50F-74AC-F8B6-A55B-1400CEF1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1421A-4489-DD9D-4EC3-EF222703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7F07C-C730-BBA4-02D7-C014EE14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92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AC99-26E9-0916-8C21-56832C687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592B5-8E3D-03D3-FB16-EB4A573F9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A9CD4-1EA6-A11D-43E2-8F2BB023BE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1AE03-AE7F-155F-0165-AB8974EDF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FBCB1-325F-FCB9-0EED-2A986891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B979D-E07C-29FA-9AB9-E74AF239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83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8EB9-8362-3623-97DB-C52789FF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BF557-696A-1339-1B6E-8A84FC21B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EFBCF-DD60-6556-8BE0-0C030FC7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C524B-E9CE-C5C6-0EE3-F2D05F59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99AF2-FD21-845D-B0D1-2CE30379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41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D4B88-6094-747D-91D2-8F54884DC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B96FF-C40E-5241-5A8E-8D050B771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CC525-19BD-01AC-F7EB-736BD7CE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7AFB6-889D-61AE-3292-BAE439FB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0BA97-D9F7-10A3-2D7C-6AB2990B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499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B2243-7A40-0056-B60B-F97F47186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39AA4-D053-ADEB-231C-159BF5F50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F6070-FFBD-520C-1B64-83640387F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701F2-E820-4B48-A8F5-C6F44B78DB90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8AA8-6F9A-6552-9D58-A55B95F3A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4C640-ED43-48FB-F34D-5138689493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28262-5D9E-41B1-8BA9-41D339ECA4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301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FB9143-3D94-3326-A80A-4A7ACC71A74D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Header/home page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09D896-7952-2F98-5D30-800F8589A889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EA66A-66CB-3D3E-548B-FF9A264C4362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4234E-D343-B9A3-C5C3-D80259686A75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67E533-AEA8-C7B0-7329-9B47A8296D2B}"/>
              </a:ext>
            </a:extLst>
          </p:cNvPr>
          <p:cNvSpPr/>
          <p:nvPr/>
        </p:nvSpPr>
        <p:spPr>
          <a:xfrm>
            <a:off x="9258300" y="1476374"/>
            <a:ext cx="2628900" cy="43910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Leaderboard of exams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EAAE96-2BA7-4A8B-2DA2-8920D90E5046}"/>
              </a:ext>
            </a:extLst>
          </p:cNvPr>
          <p:cNvSpPr/>
          <p:nvPr/>
        </p:nvSpPr>
        <p:spPr>
          <a:xfrm>
            <a:off x="657222" y="1547813"/>
            <a:ext cx="2781299" cy="165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Related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C16B79-5801-361D-E1FA-42625ADB3BDC}"/>
              </a:ext>
            </a:extLst>
          </p:cNvPr>
          <p:cNvSpPr/>
          <p:nvPr/>
        </p:nvSpPr>
        <p:spPr>
          <a:xfrm>
            <a:off x="657223" y="3657599"/>
            <a:ext cx="2781298" cy="1504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More related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2CFD45-48CA-DA7A-0DA4-39361CEE8AED}"/>
              </a:ext>
            </a:extLst>
          </p:cNvPr>
          <p:cNvSpPr/>
          <p:nvPr/>
        </p:nvSpPr>
        <p:spPr>
          <a:xfrm>
            <a:off x="4957762" y="3657600"/>
            <a:ext cx="2628900" cy="1504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Text about home page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1C7A1C-F1DC-AF30-E39F-34A71386C7B0}"/>
              </a:ext>
            </a:extLst>
          </p:cNvPr>
          <p:cNvSpPr/>
          <p:nvPr/>
        </p:nvSpPr>
        <p:spPr>
          <a:xfrm>
            <a:off x="4957762" y="1614488"/>
            <a:ext cx="2628900" cy="1504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Related image</a:t>
            </a:r>
          </a:p>
        </p:txBody>
      </p:sp>
    </p:spTree>
    <p:extLst>
      <p:ext uri="{BB962C8B-B14F-4D97-AF65-F5344CB8AC3E}">
        <p14:creationId xmlns:p14="http://schemas.microsoft.com/office/powerpoint/2010/main" val="109640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9BFB-AF4F-CF42-9E89-A9F4103A0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2FE023-71BF-92F9-4D45-D54471BFA59A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Header/ development team page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BF5A91-8E0D-8E49-8E81-50C7E0E49948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49135-7E78-840E-B628-FD0877A76E29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015DB0-4506-D448-655C-34CB9F6A3BA2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8871AD-B5D0-37ED-1F88-BF7ABB03D333}"/>
              </a:ext>
            </a:extLst>
          </p:cNvPr>
          <p:cNvSpPr/>
          <p:nvPr/>
        </p:nvSpPr>
        <p:spPr>
          <a:xfrm>
            <a:off x="380999" y="2495550"/>
            <a:ext cx="1214438" cy="1171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Image of developer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217FF8-414D-F7FE-D671-AE06D7D87F9E}"/>
              </a:ext>
            </a:extLst>
          </p:cNvPr>
          <p:cNvSpPr/>
          <p:nvPr/>
        </p:nvSpPr>
        <p:spPr>
          <a:xfrm>
            <a:off x="2666998" y="2495548"/>
            <a:ext cx="1214438" cy="1171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Image of developer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A95D04-D5C0-98D5-0420-6FB284A01BD0}"/>
              </a:ext>
            </a:extLst>
          </p:cNvPr>
          <p:cNvSpPr/>
          <p:nvPr/>
        </p:nvSpPr>
        <p:spPr>
          <a:xfrm>
            <a:off x="4952997" y="2495549"/>
            <a:ext cx="1214438" cy="1171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Image of developer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0D597-F590-74E5-BFA8-5578EC6DCD59}"/>
              </a:ext>
            </a:extLst>
          </p:cNvPr>
          <p:cNvSpPr/>
          <p:nvPr/>
        </p:nvSpPr>
        <p:spPr>
          <a:xfrm>
            <a:off x="7396161" y="2528885"/>
            <a:ext cx="1214438" cy="1171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Image of developer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1D024D-2412-8CA0-CB93-0C1A3D9B5E80}"/>
              </a:ext>
            </a:extLst>
          </p:cNvPr>
          <p:cNvSpPr/>
          <p:nvPr/>
        </p:nvSpPr>
        <p:spPr>
          <a:xfrm>
            <a:off x="9910760" y="2495549"/>
            <a:ext cx="1214438" cy="1171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Image of developer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D96CE2-BA1F-B5E3-76D6-CF5A67F0740E}"/>
              </a:ext>
            </a:extLst>
          </p:cNvPr>
          <p:cNvSpPr/>
          <p:nvPr/>
        </p:nvSpPr>
        <p:spPr>
          <a:xfrm>
            <a:off x="142875" y="4095750"/>
            <a:ext cx="1733550" cy="1047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 and qualification of person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4AE4F8-1054-C3F0-DC53-E9374BE07A3A}"/>
              </a:ext>
            </a:extLst>
          </p:cNvPr>
          <p:cNvSpPr/>
          <p:nvPr/>
        </p:nvSpPr>
        <p:spPr>
          <a:xfrm>
            <a:off x="2407442" y="4095750"/>
            <a:ext cx="1733550" cy="1047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 and qualification of person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A41335-7C89-E505-1235-773581832B76}"/>
              </a:ext>
            </a:extLst>
          </p:cNvPr>
          <p:cNvSpPr/>
          <p:nvPr/>
        </p:nvSpPr>
        <p:spPr>
          <a:xfrm>
            <a:off x="4693441" y="4095750"/>
            <a:ext cx="1733550" cy="1047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 and qualification of person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7C321-5F7C-C1F1-4506-E8B33391D8E7}"/>
              </a:ext>
            </a:extLst>
          </p:cNvPr>
          <p:cNvSpPr/>
          <p:nvPr/>
        </p:nvSpPr>
        <p:spPr>
          <a:xfrm>
            <a:off x="7136605" y="4081464"/>
            <a:ext cx="1733550" cy="1047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 and qualification of person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0B2968-B795-135F-FF0C-8093D81B8062}"/>
              </a:ext>
            </a:extLst>
          </p:cNvPr>
          <p:cNvSpPr/>
          <p:nvPr/>
        </p:nvSpPr>
        <p:spPr>
          <a:xfrm>
            <a:off x="9651204" y="4029075"/>
            <a:ext cx="1733550" cy="1047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 and qualification of person </a:t>
            </a:r>
          </a:p>
        </p:txBody>
      </p:sp>
    </p:spTree>
    <p:extLst>
      <p:ext uri="{BB962C8B-B14F-4D97-AF65-F5344CB8AC3E}">
        <p14:creationId xmlns:p14="http://schemas.microsoft.com/office/powerpoint/2010/main" val="28243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B40B-8EF7-9CFB-7206-3AF42DA1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0A7E61-74C3-34C7-EE26-FFA7792EFA61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Header/topic 1 maths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911A9C-D9A3-A669-116A-D1B3472B9723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BCAA69-8B4F-62D0-5D97-ECCCA6DA05C6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E11187-AC8E-5C18-CAF5-4D2F269BC47B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20DF7A-1C25-3D4B-D6B6-AB48E3D6A7C9}"/>
              </a:ext>
            </a:extLst>
          </p:cNvPr>
          <p:cNvSpPr/>
          <p:nvPr/>
        </p:nvSpPr>
        <p:spPr>
          <a:xfrm>
            <a:off x="504825" y="1762125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Lesson 1 carousal includes information videos and images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147DC3-7607-1E82-8E0C-ADB01C62C992}"/>
              </a:ext>
            </a:extLst>
          </p:cNvPr>
          <p:cNvSpPr/>
          <p:nvPr/>
        </p:nvSpPr>
        <p:spPr>
          <a:xfrm>
            <a:off x="504825" y="3752850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Lesson 3 carousal includes information videos and images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CD4739-0EC7-1E31-4C85-40412A224C7D}"/>
              </a:ext>
            </a:extLst>
          </p:cNvPr>
          <p:cNvSpPr/>
          <p:nvPr/>
        </p:nvSpPr>
        <p:spPr>
          <a:xfrm>
            <a:off x="7048500" y="1695450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Lesson 2 carousal  includes information videos and images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C02F35-6F66-6338-9C7C-BB40BF3F2FBA}"/>
              </a:ext>
            </a:extLst>
          </p:cNvPr>
          <p:cNvSpPr/>
          <p:nvPr/>
        </p:nvSpPr>
        <p:spPr>
          <a:xfrm>
            <a:off x="6915150" y="3752849"/>
            <a:ext cx="37909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Exam / quiz about subject </a:t>
            </a:r>
          </a:p>
        </p:txBody>
      </p:sp>
    </p:spTree>
    <p:extLst>
      <p:ext uri="{BB962C8B-B14F-4D97-AF65-F5344CB8AC3E}">
        <p14:creationId xmlns:p14="http://schemas.microsoft.com/office/powerpoint/2010/main" val="112485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FD97F-7517-521B-B193-B1B49C81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E21418-B252-5BC2-2A9F-8C71A0981221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Header/topic 2 English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6810B-2F8D-6AF1-F6A4-BC1D19F9BE1F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1CE7A6-6ED0-3706-C271-B790BB9CB216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88CA97-DA1D-A473-FA4B-EAB6B9285CD3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BE35EE-8FC4-2425-4A7E-809A3ABCFCF9}"/>
              </a:ext>
            </a:extLst>
          </p:cNvPr>
          <p:cNvSpPr/>
          <p:nvPr/>
        </p:nvSpPr>
        <p:spPr>
          <a:xfrm>
            <a:off x="504825" y="1762125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Lesson 1 carousal includes information videos and images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E53124-8A0D-DB8D-5E42-2D451558616C}"/>
              </a:ext>
            </a:extLst>
          </p:cNvPr>
          <p:cNvSpPr/>
          <p:nvPr/>
        </p:nvSpPr>
        <p:spPr>
          <a:xfrm>
            <a:off x="504825" y="3752850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Lesson 3 carousal includes information videos and images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15BB3A-516A-0E43-7829-0966DF096A24}"/>
              </a:ext>
            </a:extLst>
          </p:cNvPr>
          <p:cNvSpPr/>
          <p:nvPr/>
        </p:nvSpPr>
        <p:spPr>
          <a:xfrm>
            <a:off x="7048500" y="1695450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Lesson 2 carousal  includes information videos and images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65114-83E7-93A9-DD3E-FFACE8E6C53F}"/>
              </a:ext>
            </a:extLst>
          </p:cNvPr>
          <p:cNvSpPr/>
          <p:nvPr/>
        </p:nvSpPr>
        <p:spPr>
          <a:xfrm>
            <a:off x="6915150" y="3752849"/>
            <a:ext cx="37909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Exam / quiz about subject </a:t>
            </a:r>
          </a:p>
        </p:txBody>
      </p:sp>
    </p:spTree>
    <p:extLst>
      <p:ext uri="{BB962C8B-B14F-4D97-AF65-F5344CB8AC3E}">
        <p14:creationId xmlns:p14="http://schemas.microsoft.com/office/powerpoint/2010/main" val="295616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DAEB-1354-23CD-F608-1AC83C79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6FE643-7B32-8D81-B5FE-CB7E6EA2D8BC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Header/topic 3 science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556F9C-BA7F-63A8-51C8-03F35E870BAC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2F54D-993F-2D90-FD52-8400F42BC7FA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8ECEC2-8821-3813-19F7-5EA3C7D8265F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BABE20-C34E-6E12-DB5B-1F857FF50973}"/>
              </a:ext>
            </a:extLst>
          </p:cNvPr>
          <p:cNvSpPr/>
          <p:nvPr/>
        </p:nvSpPr>
        <p:spPr>
          <a:xfrm>
            <a:off x="409575" y="1477403"/>
            <a:ext cx="2552700" cy="1304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Lesson 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13C972-8790-2833-C48D-A81568C8D03B}"/>
              </a:ext>
            </a:extLst>
          </p:cNvPr>
          <p:cNvSpPr/>
          <p:nvPr/>
        </p:nvSpPr>
        <p:spPr>
          <a:xfrm>
            <a:off x="485775" y="2991364"/>
            <a:ext cx="2552700" cy="1304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Lesson 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1F15B0-3688-EAAB-7687-0320C396B194}"/>
              </a:ext>
            </a:extLst>
          </p:cNvPr>
          <p:cNvSpPr/>
          <p:nvPr/>
        </p:nvSpPr>
        <p:spPr>
          <a:xfrm>
            <a:off x="485775" y="4505325"/>
            <a:ext cx="2552700" cy="13049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Lesson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D6ED7-32BD-CA54-377E-B0A313780353}"/>
              </a:ext>
            </a:extLst>
          </p:cNvPr>
          <p:cNvSpPr/>
          <p:nvPr/>
        </p:nvSpPr>
        <p:spPr>
          <a:xfrm>
            <a:off x="5353050" y="1695450"/>
            <a:ext cx="5705475" cy="1733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Quiz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78B11A-3D35-0E8C-F931-79D06C527FBF}"/>
              </a:ext>
            </a:extLst>
          </p:cNvPr>
          <p:cNvSpPr/>
          <p:nvPr/>
        </p:nvSpPr>
        <p:spPr>
          <a:xfrm>
            <a:off x="5353050" y="3732772"/>
            <a:ext cx="5705475" cy="1733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Videos and images of subject</a:t>
            </a:r>
          </a:p>
        </p:txBody>
      </p:sp>
    </p:spTree>
    <p:extLst>
      <p:ext uri="{BB962C8B-B14F-4D97-AF65-F5344CB8AC3E}">
        <p14:creationId xmlns:p14="http://schemas.microsoft.com/office/powerpoint/2010/main" val="253185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CD512-9CCB-A038-EE69-399E9A3EC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A0C827-385E-ADA2-1723-34D7EED23791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Header/topic 4 business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A34EF-DC25-BCAA-AFA4-83C83EBC91BC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C1B69-9267-6D50-284D-FD1DFBB90947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4C8E5-7D9D-3B70-EA9D-CB6E03F88381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6FE323-346A-4168-347E-46894287E583}"/>
              </a:ext>
            </a:extLst>
          </p:cNvPr>
          <p:cNvSpPr/>
          <p:nvPr/>
        </p:nvSpPr>
        <p:spPr>
          <a:xfrm>
            <a:off x="504825" y="1762125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Lesson 1 carousal includes information videos and images 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48BBDF-D6CB-203B-9040-5E79301C8062}"/>
              </a:ext>
            </a:extLst>
          </p:cNvPr>
          <p:cNvSpPr/>
          <p:nvPr/>
        </p:nvSpPr>
        <p:spPr>
          <a:xfrm>
            <a:off x="504825" y="3752850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Lesson 3 carousal includes information videos and images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7F3899-B646-AA96-2A50-E74FC529AC4F}"/>
              </a:ext>
            </a:extLst>
          </p:cNvPr>
          <p:cNvSpPr/>
          <p:nvPr/>
        </p:nvSpPr>
        <p:spPr>
          <a:xfrm>
            <a:off x="7048500" y="1695450"/>
            <a:ext cx="36004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Lesson 2 carousal  includes information videos and images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87DC7C-213A-9F83-4B17-A0CC1911786F}"/>
              </a:ext>
            </a:extLst>
          </p:cNvPr>
          <p:cNvSpPr/>
          <p:nvPr/>
        </p:nvSpPr>
        <p:spPr>
          <a:xfrm>
            <a:off x="6915150" y="3752849"/>
            <a:ext cx="3790950" cy="1685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Exam / quiz about subject </a:t>
            </a:r>
          </a:p>
        </p:txBody>
      </p:sp>
    </p:spTree>
    <p:extLst>
      <p:ext uri="{BB962C8B-B14F-4D97-AF65-F5344CB8AC3E}">
        <p14:creationId xmlns:p14="http://schemas.microsoft.com/office/powerpoint/2010/main" val="375964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03A8-21CA-126B-4CC7-22B1BB469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B7A1C3-97DE-4558-647F-FDA6B1F9052E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Header/ topic 5 computing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99240-F3A3-9D99-EF23-2AEE03139C3B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251CF-8FAF-EBC2-746E-FC3AC05E9F65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1FD254-4B87-3B8E-9AFE-9DAD4234FAF2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E16F50-868F-66DD-D7E3-104FDF070C63}"/>
              </a:ext>
            </a:extLst>
          </p:cNvPr>
          <p:cNvSpPr txBox="1"/>
          <p:nvPr/>
        </p:nvSpPr>
        <p:spPr>
          <a:xfrm>
            <a:off x="5095875" y="2705100"/>
            <a:ext cx="1571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Team member has not completed </a:t>
            </a:r>
          </a:p>
        </p:txBody>
      </p:sp>
    </p:spTree>
    <p:extLst>
      <p:ext uri="{BB962C8B-B14F-4D97-AF65-F5344CB8AC3E}">
        <p14:creationId xmlns:p14="http://schemas.microsoft.com/office/powerpoint/2010/main" val="386237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9E5C-52C3-0EBD-D296-FBA3E934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915388-E20E-C276-FBA0-CB1E6571695E}"/>
              </a:ext>
            </a:extLst>
          </p:cNvPr>
          <p:cNvSpPr/>
          <p:nvPr/>
        </p:nvSpPr>
        <p:spPr>
          <a:xfrm>
            <a:off x="0" y="0"/>
            <a:ext cx="12192000" cy="8477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Header/ contact us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A31BCC-2965-2438-8C70-04559DD5B59A}"/>
              </a:ext>
            </a:extLst>
          </p:cNvPr>
          <p:cNvSpPr/>
          <p:nvPr/>
        </p:nvSpPr>
        <p:spPr>
          <a:xfrm>
            <a:off x="0" y="847725"/>
            <a:ext cx="12192000" cy="52387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navbar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0E9888-8A47-472E-163A-DAC7AD066480}"/>
              </a:ext>
            </a:extLst>
          </p:cNvPr>
          <p:cNvSpPr/>
          <p:nvPr/>
        </p:nvSpPr>
        <p:spPr>
          <a:xfrm>
            <a:off x="0" y="6010275"/>
            <a:ext cx="12192000" cy="8477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A01D4A-AC9C-416F-C181-BFC01C73EF5B}"/>
              </a:ext>
            </a:extLst>
          </p:cNvPr>
          <p:cNvSpPr/>
          <p:nvPr/>
        </p:nvSpPr>
        <p:spPr>
          <a:xfrm>
            <a:off x="10715625" y="0"/>
            <a:ext cx="1476375" cy="847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3285AA-CE86-F1D0-11A1-02142BD201F3}"/>
              </a:ext>
            </a:extLst>
          </p:cNvPr>
          <p:cNvSpPr/>
          <p:nvPr/>
        </p:nvSpPr>
        <p:spPr>
          <a:xfrm>
            <a:off x="2276475" y="1666875"/>
            <a:ext cx="7886700" cy="40100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Information of who to contact with useful links </a:t>
            </a:r>
          </a:p>
        </p:txBody>
      </p:sp>
    </p:spTree>
    <p:extLst>
      <p:ext uri="{BB962C8B-B14F-4D97-AF65-F5344CB8AC3E}">
        <p14:creationId xmlns:p14="http://schemas.microsoft.com/office/powerpoint/2010/main" val="83268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237</Words>
  <Application>Microsoft Office PowerPoint</Application>
  <PresentationFormat>Widescreen</PresentationFormat>
  <Paragraphs>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Southwell, Kieran (Student)</dc:creator>
  <cp:lastModifiedBy>Southwell, Kieran (Student)</cp:lastModifiedBy>
  <cp:revision>1</cp:revision>
  <dcterms:created xsi:type="dcterms:W3CDTF">2026-01-30T14:00:55Z</dcterms:created>
  <dcterms:modified xsi:type="dcterms:W3CDTF">2026-01-30T14:32:01Z</dcterms:modified>
</cp:coreProperties>
</file>